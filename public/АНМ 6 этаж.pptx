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8CBD-4168-4DE0-BBAB-367A71234225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654D-6423-4353-A623-4733922D53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606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8CBD-4168-4DE0-BBAB-367A71234225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654D-6423-4353-A623-4733922D53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00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8CBD-4168-4DE0-BBAB-367A71234225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654D-6423-4353-A623-4733922D53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338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8CBD-4168-4DE0-BBAB-367A71234225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654D-6423-4353-A623-4733922D53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550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8CBD-4168-4DE0-BBAB-367A71234225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654D-6423-4353-A623-4733922D53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002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8CBD-4168-4DE0-BBAB-367A71234225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654D-6423-4353-A623-4733922D53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77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8CBD-4168-4DE0-BBAB-367A71234225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654D-6423-4353-A623-4733922D53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56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8CBD-4168-4DE0-BBAB-367A71234225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654D-6423-4353-A623-4733922D53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962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8CBD-4168-4DE0-BBAB-367A71234225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654D-6423-4353-A623-4733922D53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31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8CBD-4168-4DE0-BBAB-367A71234225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654D-6423-4353-A623-4733922D53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44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8CBD-4168-4DE0-BBAB-367A71234225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654D-6423-4353-A623-4733922D53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136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68CBD-4168-4DE0-BBAB-367A71234225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4654D-6423-4353-A623-4733922D53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73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220598" y="975947"/>
            <a:ext cx="9584422" cy="1829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975"/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Класс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: 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В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  <a:ea typeface="Times New Roman" panose="02020603050405020304" pitchFamily="18" charset="0"/>
            </a:endParaRPr>
          </a:p>
          <a:p>
            <a:pPr indent="180975" algn="just"/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Хорошая транспортная доступность: 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метро «Елизаровская» 7 мин. пешком, Невский проспект и Площадь Александра Невского - 5 мин. на машине, Кольцевая автодорога - 10 мин. на машине.</a:t>
            </a:r>
          </a:p>
          <a:p>
            <a:pPr indent="180975" algn="just"/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Автономное регулируемое отопление от собственной газовой котельной, пожарная сигнализация, несколько телеком-операторов на выбор.</a:t>
            </a:r>
          </a:p>
          <a:p>
            <a:pPr indent="180975" algn="just"/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Развитая инфраструктура: 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закрытая парковка, столовая, кафе, банкомат, клининговая компания.</a:t>
            </a:r>
          </a:p>
          <a:p>
            <a:pPr indent="179388">
              <a:lnSpc>
                <a:spcPct val="107000"/>
              </a:lnSpc>
              <a:spcAft>
                <a:spcPts val="800"/>
              </a:spcAft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Профессиональная управляющая компания: 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специально созданная Служба заботы об арендаторах берет на себя решение всех хозяйственных вопросов и обеспечивает максимально комфортные условия для ведения бизнеса.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592" y="2805679"/>
            <a:ext cx="2821670" cy="186379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542892" y="398369"/>
            <a:ext cx="6923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  <a:latin typeface="Franklin Gothic Book" panose="020B0503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БЦ «Александро-Невская мануфактура»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16" y="346851"/>
            <a:ext cx="1357443" cy="57714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395" y="2805679"/>
            <a:ext cx="2993627" cy="186379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075" y="4819070"/>
            <a:ext cx="2703126" cy="171806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333" y="4819070"/>
            <a:ext cx="2623980" cy="171806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998" y="2805679"/>
            <a:ext cx="2581461" cy="187975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4400" y="190123"/>
            <a:ext cx="10289137" cy="649660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974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324" y="348170"/>
            <a:ext cx="1357443" cy="57714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931491" y="190123"/>
            <a:ext cx="10254953" cy="649660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1320324" y="1014076"/>
            <a:ext cx="947728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Расположение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:</a:t>
            </a: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 6 этаж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Общая площадь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:</a:t>
            </a: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 100,8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 кв.м.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Технические характеристики: 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Кабинетная планировка. Стеклянные перегородки в двух офисах. Собственная кухонная зона с раковиной. Свежий ремонт. Кондиционеры. Высота потолков 3,8 метра. Окна увеличенные, выходят на пр.Обуховской обороны и благоустроенную внутреннюю территорию.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Условия аренды: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Тип договора: 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прямая аренда от юридического лица - собственника здания.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Срок договора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:</a:t>
            </a: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от 11 месяцев.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Предоставление юридического адреса: 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да, без дополнительной платы.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Арендная плата : 136 080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 руб./мес. (1350руб./за 1 кв.м.), в т. НДС 20% и к/услуги.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Обеспечительный платеж: 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соответствует арендной плате за 2 месяца.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Отдельно оплачивается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: телекоммуникационные услуги, </a:t>
            </a:r>
            <a:r>
              <a:rPr lang="ru-R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клининг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Times New Roman" panose="02020603050405020304" pitchFamily="18" charset="0"/>
              </a:rPr>
              <a:t>, паркинг.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A70CAE-580A-47A0-843B-5ECE22B32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56" y="3908853"/>
            <a:ext cx="10113205" cy="263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3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1B48E4-4E53-4717-A6FC-6D86D991DF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2" y="145108"/>
            <a:ext cx="3898933" cy="292757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E63EEA-2521-403C-B107-D97CE641FB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533" y="136487"/>
            <a:ext cx="3898933" cy="292757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4C7A2B2-2A18-4740-BEE3-EE4B470A83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814" y="145108"/>
            <a:ext cx="3898933" cy="292757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70A7B3E-E95B-450A-AE68-20C1C37B69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2" y="3603613"/>
            <a:ext cx="3898934" cy="292757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433C478-74FC-41BE-AAE3-BBDA78A0BA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996" y="3603614"/>
            <a:ext cx="3898933" cy="292757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CB59272-F2D7-44BC-BB85-77ADB5CF41A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929" y="3603613"/>
            <a:ext cx="3898933" cy="292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2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AD4161-D689-47DE-8890-214C67A62A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9" y="110113"/>
            <a:ext cx="3898933" cy="292757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49B27B-B75C-4317-8F46-FA9DC31EEC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850" y="110113"/>
            <a:ext cx="3898933" cy="292757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1B85C7-7489-4179-B8D8-3C098E18DE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8" y="3636945"/>
            <a:ext cx="3898933" cy="29275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2EDE5EA-DEBA-4EA8-9994-4072C5F2D8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533" y="3636944"/>
            <a:ext cx="3898933" cy="292757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BCE464C-0AED-48A2-8913-35466EDBFD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70" y="110113"/>
            <a:ext cx="3898933" cy="292757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D6D8611-3084-4877-ABBB-4B33A753E76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69" y="3636943"/>
            <a:ext cx="3898933" cy="292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870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235</Words>
  <Application>Microsoft Office PowerPoint</Application>
  <PresentationFormat>Широкоэкранный</PresentationFormat>
  <Paragraphs>16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Franklin Gothic Book</vt:lpstr>
      <vt:lpstr>Tahoma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Кирилл Дрожжанов</dc:creator>
  <cp:lastModifiedBy>Кирилл Дрожжанов</cp:lastModifiedBy>
  <cp:revision>25</cp:revision>
  <dcterms:created xsi:type="dcterms:W3CDTF">2022-01-13T13:53:36Z</dcterms:created>
  <dcterms:modified xsi:type="dcterms:W3CDTF">2025-11-11T09:51:19Z</dcterms:modified>
</cp:coreProperties>
</file>